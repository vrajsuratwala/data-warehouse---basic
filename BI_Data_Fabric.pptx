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 : Data Fabric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Understadning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445"/>
            <a:ext cx="10515600" cy="4351338"/>
          </a:xfrm>
        </p:spPr>
        <p:txBody>
          <a:bodyPr anchor="ctr" anchorCtr="0"/>
          <a:p>
            <a:pPr marL="0" indent="0" algn="ctr">
              <a:buNone/>
            </a:pPr>
            <a:r>
              <a:rPr lang="en-US" altLang="en-US" sz="3200"/>
              <a:t>In today's organizations, data is no longer stored in just one database. It can exist in cloud platforms, databases, applications, IoT devices and data lakes. Managing all this distributed data creates a major challenge. Data Fabric is one approach designed to solve this problem."</a:t>
            </a:r>
            <a:endParaRPr lang="en-US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Do We Need Data Fabric?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49920" y="1604645"/>
            <a:ext cx="3353435" cy="34518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98220" y="1604645"/>
            <a:ext cx="6803390" cy="4555490"/>
          </a:xfrm>
          <a:prstGeom prst="rect">
            <a:avLst/>
          </a:prstGeom>
        </p:spPr>
        <p:txBody>
          <a:bodyPr>
            <a:noAutofit/>
          </a:bodyPr>
          <a:p>
            <a:r>
              <a:rPr sz="2800"/>
              <a:t>"The problem is not that we don't have enough data. The problem is that our data is scattered across different systems."</a:t>
            </a:r>
            <a:endParaRPr sz="2800"/>
          </a:p>
          <a:p>
            <a:r>
              <a:rPr lang="en-US" altLang="en-US" sz="2800" b="1"/>
              <a:t>Main problems:</a:t>
            </a:r>
            <a:endParaRPr lang="en-US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/>
              <a:t>Data duplication</a:t>
            </a:r>
            <a:endParaRPr lang="en-US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/>
              <a:t>Difficult integration</a:t>
            </a:r>
            <a:endParaRPr lang="en-US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/>
              <a:t>Inconsistent information</a:t>
            </a:r>
            <a:endParaRPr lang="en-US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/>
              <a:t>Poor data visibility</a:t>
            </a:r>
            <a:endParaRPr lang="en-US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/>
              <a:t>Governance problems</a:t>
            </a:r>
            <a:endParaRPr lang="en-US" alt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/>
              <a:t>Slow analytics</a:t>
            </a:r>
            <a:endParaRPr lang="en-US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What is Data Fabric?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Data Fabric is an architectural approach that connects, integrates, manages, governs and provides access to data across distributed environments.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 b="1" u="sng"/>
              <a:t>Data Fabric = A connected layer over distributed data</a:t>
            </a:r>
            <a:endParaRPr lang="en-US" altLang="en-US" b="1" u="sng"/>
          </a:p>
          <a:p>
            <a:pPr marL="0" indent="0" algn="ctr">
              <a:buNone/>
            </a:pPr>
            <a:endParaRPr lang="en-US" altLang="en-US" b="1" u="sng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0" y="3799205"/>
            <a:ext cx="5727700" cy="2142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Again...Clear the Concept of Data Fabric</a:t>
            </a:r>
            <a:endParaRPr lang="en-US"/>
          </a:p>
        </p:txBody>
      </p:sp>
      <p:pic>
        <p:nvPicPr>
          <p:cNvPr id="6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2365" y="2025015"/>
            <a:ext cx="10055225" cy="1871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Vague Architecture of Data Fabric - Only For Understanding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93970" y="993775"/>
            <a:ext cx="3261360" cy="55918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19810" y="1690370"/>
            <a:ext cx="3861435" cy="4776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/>
              <a:t>Understading from Bottom..</a:t>
            </a:r>
            <a:endParaRPr lang="en-US" sz="2800"/>
          </a:p>
          <a:p>
            <a:endParaRPr lang="en-US" sz="2800"/>
          </a:p>
          <a:p>
            <a:r>
              <a:rPr lang="en-US" sz="2800"/>
              <a:t>1. Data Sources</a:t>
            </a:r>
            <a:endParaRPr lang="en-US" sz="2800"/>
          </a:p>
          <a:p>
            <a:r>
              <a:rPr lang="en-US" sz="2800"/>
              <a:t>2. Data Fabric </a:t>
            </a:r>
            <a:endParaRPr lang="en-US" sz="2800"/>
          </a:p>
          <a:p>
            <a:r>
              <a:rPr lang="en-US" sz="2800"/>
              <a:t>3. Data Consumers</a:t>
            </a:r>
            <a:endParaRPr lang="en-US" sz="2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330" y="993775"/>
            <a:ext cx="3122295" cy="5590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IMP. Component from these 6  Component : METADATA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84550" y="1131570"/>
            <a:ext cx="7519670" cy="5610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Overall working of Data Fabric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1870" y="1574165"/>
            <a:ext cx="2669540" cy="44176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037330" y="1574165"/>
            <a:ext cx="7214235" cy="4418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1. Connect : Connect different data sources.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2. Discover : Identify available datasets.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3. Integrate : Combine or access information across sources.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4. Govern : Apply policies.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5. Secure : Control access.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6. Analyze : Make the data available for analytics and decision-making.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Let’s Explore Practical Aspect also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where Study and It’s Implementations got meet...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1040" y="295910"/>
            <a:ext cx="10631805" cy="6252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48995" y="469265"/>
            <a:ext cx="9548495" cy="5893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After integration: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86230"/>
            <a:ext cx="10414635" cy="3990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Pros &amp; Cons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245"/>
            <a:ext cx="10678795" cy="4992370"/>
          </a:xfrm>
        </p:spPr>
        <p:txBody>
          <a:bodyPr>
            <a:normAutofit fontScale="35000"/>
          </a:bodyPr>
          <a:p>
            <a:pPr lvl="0"/>
            <a:r>
              <a:rPr lang="en-US" altLang="en-US" sz="6650"/>
              <a:t>PROS</a:t>
            </a:r>
            <a:endParaRPr lang="en-US" altLang="en-US" sz="6650"/>
          </a:p>
          <a:p>
            <a:pPr lvl="1"/>
            <a:r>
              <a:rPr lang="en-US" altLang="en-US" sz="5700"/>
              <a:t>Unified data access</a:t>
            </a:r>
            <a:endParaRPr lang="en-US" altLang="en-US" sz="5700"/>
          </a:p>
          <a:p>
            <a:pPr lvl="1"/>
            <a:r>
              <a:rPr lang="en-US" altLang="en-US" sz="5700"/>
              <a:t>Better data discovery</a:t>
            </a:r>
            <a:endParaRPr lang="en-US" altLang="en-US" sz="5700"/>
          </a:p>
          <a:p>
            <a:pPr lvl="1"/>
            <a:r>
              <a:rPr lang="en-US" altLang="en-US" sz="5700"/>
              <a:t>Improved governance</a:t>
            </a:r>
            <a:endParaRPr lang="en-US" altLang="en-US" sz="5700"/>
          </a:p>
          <a:p>
            <a:pPr lvl="1"/>
            <a:r>
              <a:rPr lang="en-US" altLang="en-US" sz="5700"/>
              <a:t>Better data quality</a:t>
            </a:r>
            <a:endParaRPr lang="en-US" altLang="en-US" sz="5700"/>
          </a:p>
          <a:p>
            <a:pPr lvl="1"/>
            <a:r>
              <a:rPr lang="en-US" altLang="en-US" sz="5700"/>
              <a:t>Faster analytics</a:t>
            </a:r>
            <a:endParaRPr lang="en-US" altLang="en-US" sz="5700"/>
          </a:p>
          <a:p>
            <a:pPr lvl="1"/>
            <a:r>
              <a:rPr lang="en-US" altLang="en-US" sz="5700"/>
              <a:t>Automation</a:t>
            </a:r>
            <a:endParaRPr lang="en-US" altLang="en-US" sz="5700"/>
          </a:p>
          <a:p>
            <a:pPr lvl="1"/>
            <a:r>
              <a:rPr lang="en-US" altLang="en-US" sz="5700"/>
              <a:t>Works across distributed environments</a:t>
            </a:r>
            <a:endParaRPr lang="en-US" altLang="en-US" sz="8000"/>
          </a:p>
          <a:p>
            <a:r>
              <a:rPr lang="en-US" altLang="en-US" sz="6900"/>
              <a:t>CONS</a:t>
            </a:r>
            <a:endParaRPr lang="en-US" altLang="en-US" sz="5000"/>
          </a:p>
          <a:p>
            <a:pPr lvl="1"/>
            <a:r>
              <a:rPr lang="en-US" altLang="en-US" sz="5600"/>
              <a:t>Complex implementation</a:t>
            </a:r>
            <a:endParaRPr lang="en-US" altLang="en-US" sz="5600"/>
          </a:p>
          <a:p>
            <a:pPr lvl="1"/>
            <a:r>
              <a:rPr lang="en-US" altLang="en-US" sz="5600"/>
              <a:t>Cost</a:t>
            </a:r>
            <a:endParaRPr lang="en-US" altLang="en-US" sz="5600"/>
          </a:p>
          <a:p>
            <a:pPr lvl="1"/>
            <a:r>
              <a:rPr lang="en-US" altLang="en-US" sz="5600"/>
              <a:t>Security requirements</a:t>
            </a:r>
            <a:endParaRPr lang="en-US" altLang="en-US" sz="5600"/>
          </a:p>
          <a:p>
            <a:pPr lvl="1"/>
            <a:r>
              <a:rPr lang="en-US" altLang="en-US" sz="5600"/>
              <a:t>Metadata management</a:t>
            </a:r>
            <a:endParaRPr lang="en-US" altLang="en-US" sz="5600"/>
          </a:p>
          <a:p>
            <a:pPr lvl="1"/>
            <a:r>
              <a:rPr lang="en-US" altLang="en-US" sz="5600"/>
              <a:t>Requires skilled professionals</a:t>
            </a:r>
            <a:endParaRPr lang="en-US" altLang="en-US" sz="5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 algn="ctr">
              <a:buNone/>
            </a:pPr>
            <a:r>
              <a:rPr lang="en-US" altLang="en-US"/>
              <a:t>DATA SOURCES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DATA FABRIC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TRUSTED DATA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BETTER INSIGHTS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BETTER DECISIONS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References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[1] A. Author et al., “Paper title,” IEEE Access, vol. XX, no. XX, pp. XX–XX, year.</a:t>
            </a:r>
            <a:endParaRPr lang="en-US" altLang="en-US"/>
          </a:p>
          <a:p>
            <a:r>
              <a:rPr lang="en-US" altLang="en-US"/>
              <a:t>The important part is that every technical claim taken from a source gets a numbered citation, e.g. [1], [2], [3].</a:t>
            </a:r>
            <a:endParaRPr lang="en-US" altLang="en-US"/>
          </a:p>
          <a:p>
            <a:r>
              <a:rPr lang="en-US" altLang="en-US"/>
              <a:t>Many LLM - ChatGPT, Gemini AI, Perplexity. (For Content generation from this Papers and Content Evaluation.)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Thank you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p>
            <a:r>
              <a:rPr lang="en-US"/>
              <a:t>Vraj Suratwala</a:t>
            </a:r>
            <a:endParaRPr lang="en-US"/>
          </a:p>
          <a:p>
            <a:r>
              <a:rPr lang="en-US"/>
              <a:t>Roll Call : 112 </a:t>
            </a:r>
            <a:endParaRPr lang="en-US"/>
          </a:p>
          <a:p>
            <a:r>
              <a:rPr lang="en-US"/>
              <a:t>MSC IT - 9</a:t>
            </a:r>
            <a:endParaRPr lang="en-US"/>
          </a:p>
          <a:p>
            <a:r>
              <a:rPr lang="en-US"/>
              <a:t>Department of ICT, VNSGU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2196</Words>
  <Application>WPS Presentation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Vraj Suratwala</dc:creator>
  <cp:lastModifiedBy>Vraj Suratwala</cp:lastModifiedBy>
  <cp:revision>20</cp:revision>
  <dcterms:created xsi:type="dcterms:W3CDTF">2025-07-23T00:59:00Z</dcterms:created>
  <dcterms:modified xsi:type="dcterms:W3CDTF">2026-08-27T20:37:06Z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04A89666438B47B3A777118B1291F187_11</vt:lpwstr>
  </property>
  <property fmtid="{D5CDD505-2E9C-101B-9397-08002B2CF9AE}" pid="3" name="KSOProductBuildVer">
    <vt:lpwstr>1033-12.1.0.25862</vt:lpwstr>
  </property>
</Properties>
</file>